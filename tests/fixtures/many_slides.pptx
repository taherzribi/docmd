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1</a:t>
            </a:r>
          </a:p>
          <a:p>
            <a:r>
              <a:t>Point 2 about topic 1 with some extra words to take space</a:t>
            </a:r>
          </a:p>
          <a:p>
            <a:r>
              <a:t>Point 3 about topic 1 with some extra words to take space</a:t>
            </a:r>
          </a:p>
          <a:p>
            <a:r>
              <a:t>Point 4 about topic 1 with some extra words to take space</a:t>
            </a:r>
          </a:p>
          <a:p>
            <a:r>
              <a:t>Point 5 about topic 1 with some extra words to take 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2</a:t>
            </a:r>
          </a:p>
          <a:p>
            <a:r>
              <a:t>Point 2 about topic 2 with some extra words to take space</a:t>
            </a:r>
          </a:p>
          <a:p>
            <a:r>
              <a:t>Point 3 about topic 2 with some extra words to take space</a:t>
            </a:r>
          </a:p>
          <a:p>
            <a:r>
              <a:t>Point 4 about topic 2 with some extra words to take space</a:t>
            </a:r>
          </a:p>
          <a:p>
            <a:r>
              <a:t>Point 5 about topic 2 with some extra words to take 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3</a:t>
            </a:r>
          </a:p>
          <a:p>
            <a:r>
              <a:t>Point 2 about topic 3 with some extra words to take space</a:t>
            </a:r>
          </a:p>
          <a:p>
            <a:r>
              <a:t>Point 3 about topic 3 with some extra words to take space</a:t>
            </a:r>
          </a:p>
          <a:p>
            <a:r>
              <a:t>Point 4 about topic 3 with some extra words to take space</a:t>
            </a:r>
          </a:p>
          <a:p>
            <a:r>
              <a:t>Point 5 about topic 3 with some extra words to take space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4</a:t>
            </a:r>
          </a:p>
          <a:p>
            <a:r>
              <a:t>Point 2 about topic 4 with some extra words to take space</a:t>
            </a:r>
          </a:p>
          <a:p>
            <a:r>
              <a:t>Point 3 about topic 4 with some extra words to take space</a:t>
            </a:r>
          </a:p>
          <a:p>
            <a:r>
              <a:t>Point 4 about topic 4 with some extra words to take space</a:t>
            </a:r>
          </a:p>
          <a:p>
            <a:r>
              <a:t>Point 5 about topic 4 with some extra words to take 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5</a:t>
            </a:r>
          </a:p>
          <a:p>
            <a:r>
              <a:t>Point 2 about topic 5 with some extra words to take space</a:t>
            </a:r>
          </a:p>
          <a:p>
            <a:r>
              <a:t>Point 3 about topic 5 with some extra words to take space</a:t>
            </a:r>
          </a:p>
          <a:p>
            <a:r>
              <a:t>Point 4 about topic 5 with some extra words to take space</a:t>
            </a:r>
          </a:p>
          <a:p>
            <a:r>
              <a:t>Point 5 about topic 5 with some extra words to take space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6</a:t>
            </a:r>
          </a:p>
          <a:p>
            <a:r>
              <a:t>Point 2 about topic 6 with some extra words to take space</a:t>
            </a:r>
          </a:p>
          <a:p>
            <a:r>
              <a:t>Point 3 about topic 6 with some extra words to take space</a:t>
            </a:r>
          </a:p>
          <a:p>
            <a:r>
              <a:t>Point 4 about topic 6 with some extra words to take space</a:t>
            </a:r>
          </a:p>
          <a:p>
            <a:r>
              <a:t>Point 5 about topic 6 with some extra words to take space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7</a:t>
            </a:r>
          </a:p>
          <a:p>
            <a:r>
              <a:t>Point 2 about topic 7 with some extra words to take space</a:t>
            </a:r>
          </a:p>
          <a:p>
            <a:r>
              <a:t>Point 3 about topic 7 with some extra words to take space</a:t>
            </a:r>
          </a:p>
          <a:p>
            <a:r>
              <a:t>Point 4 about topic 7 with some extra words to take space</a:t>
            </a:r>
          </a:p>
          <a:p>
            <a:r>
              <a:t>Point 5 about topic 7 with some extra words to take space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8</a:t>
            </a:r>
          </a:p>
          <a:p>
            <a:r>
              <a:t>Point 2 about topic 8 with some extra words to take space</a:t>
            </a:r>
          </a:p>
          <a:p>
            <a:r>
              <a:t>Point 3 about topic 8 with some extra words to take space</a:t>
            </a:r>
          </a:p>
          <a:p>
            <a:r>
              <a:t>Point 4 about topic 8 with some extra words to take space</a:t>
            </a:r>
          </a:p>
          <a:p>
            <a:r>
              <a:t>Point 5 about topic 8 with some extra words to take space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9</a:t>
            </a:r>
          </a:p>
          <a:p>
            <a:r>
              <a:t>Point 2 about topic 9 with some extra words to take space</a:t>
            </a:r>
          </a:p>
          <a:p>
            <a:r>
              <a:t>Point 3 about topic 9 with some extra words to take space</a:t>
            </a:r>
          </a:p>
          <a:p>
            <a:r>
              <a:t>Point 4 about topic 9 with some extra words to take space</a:t>
            </a:r>
          </a:p>
          <a:p>
            <a:r>
              <a:t>Point 5 about topic 9 with some extra words to take space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10</a:t>
            </a:r>
          </a:p>
          <a:p>
            <a:r>
              <a:t>Point 2 about topic 10 with some extra words to take space</a:t>
            </a:r>
          </a:p>
          <a:p>
            <a:r>
              <a:t>Point 3 about topic 10 with some extra words to take space</a:t>
            </a:r>
          </a:p>
          <a:p>
            <a:r>
              <a:t>Point 4 about topic 10 with some extra words to take space</a:t>
            </a:r>
          </a:p>
          <a:p>
            <a:r>
              <a:t>Point 5 about topic 10 with some extra words to take space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11</a:t>
            </a:r>
          </a:p>
          <a:p>
            <a:r>
              <a:t>Point 2 about topic 11 with some extra words to take space</a:t>
            </a:r>
          </a:p>
          <a:p>
            <a:r>
              <a:t>Point 3 about topic 11 with some extra words to take space</a:t>
            </a:r>
          </a:p>
          <a:p>
            <a:r>
              <a:t>Point 4 about topic 11 with some extra words to take space</a:t>
            </a:r>
          </a:p>
          <a:p>
            <a:r>
              <a:t>Point 5 about topic 11 with some extra words to take space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12</a:t>
            </a:r>
          </a:p>
          <a:p>
            <a:r>
              <a:t>Point 2 about topic 12 with some extra words to take space</a:t>
            </a:r>
          </a:p>
          <a:p>
            <a:r>
              <a:t>Point 3 about topic 12 with some extra words to take space</a:t>
            </a:r>
          </a:p>
          <a:p>
            <a:r>
              <a:t>Point 4 about topic 12 with some extra words to take space</a:t>
            </a:r>
          </a:p>
          <a:p>
            <a:r>
              <a:t>Point 5 about topic 12 with some extra words to take space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13</a:t>
            </a:r>
          </a:p>
          <a:p>
            <a:r>
              <a:t>Point 2 about topic 13 with some extra words to take space</a:t>
            </a:r>
          </a:p>
          <a:p>
            <a:r>
              <a:t>Point 3 about topic 13 with some extra words to take space</a:t>
            </a:r>
          </a:p>
          <a:p>
            <a:r>
              <a:t>Point 4 about topic 13 with some extra words to take space</a:t>
            </a:r>
          </a:p>
          <a:p>
            <a:r>
              <a:t>Point 5 about topic 13 with some extra words to take space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14</a:t>
            </a:r>
          </a:p>
          <a:p>
            <a:r>
              <a:t>Point 2 about topic 14 with some extra words to take space</a:t>
            </a:r>
          </a:p>
          <a:p>
            <a:r>
              <a:t>Point 3 about topic 14 with some extra words to take space</a:t>
            </a:r>
          </a:p>
          <a:p>
            <a:r>
              <a:t>Point 4 about topic 14 with some extra words to take space</a:t>
            </a:r>
          </a:p>
          <a:p>
            <a:r>
              <a:t>Point 5 about topic 14 with some extra words to take space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15</a:t>
            </a:r>
          </a:p>
          <a:p>
            <a:r>
              <a:t>Point 2 about topic 15 with some extra words to take space</a:t>
            </a:r>
          </a:p>
          <a:p>
            <a:r>
              <a:t>Point 3 about topic 15 with some extra words to take space</a:t>
            </a:r>
          </a:p>
          <a:p>
            <a:r>
              <a:t>Point 4 about topic 15 with some extra words to take space</a:t>
            </a:r>
          </a:p>
          <a:p>
            <a:r>
              <a:t>Point 5 about topic 15 with some extra words to take space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16</a:t>
            </a:r>
          </a:p>
          <a:p>
            <a:r>
              <a:t>Point 2 about topic 16 with some extra words to take space</a:t>
            </a:r>
          </a:p>
          <a:p>
            <a:r>
              <a:t>Point 3 about topic 16 with some extra words to take space</a:t>
            </a:r>
          </a:p>
          <a:p>
            <a:r>
              <a:t>Point 4 about topic 16 with some extra words to take space</a:t>
            </a:r>
          </a:p>
          <a:p>
            <a:r>
              <a:t>Point 5 about topic 16 with some extra words to take space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17</a:t>
            </a:r>
          </a:p>
          <a:p>
            <a:r>
              <a:t>Point 2 about topic 17 with some extra words to take space</a:t>
            </a:r>
          </a:p>
          <a:p>
            <a:r>
              <a:t>Point 3 about topic 17 with some extra words to take space</a:t>
            </a:r>
          </a:p>
          <a:p>
            <a:r>
              <a:t>Point 4 about topic 17 with some extra words to take space</a:t>
            </a:r>
          </a:p>
          <a:p>
            <a:r>
              <a:t>Point 5 about topic 17 with some extra words to take space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18</a:t>
            </a:r>
          </a:p>
          <a:p>
            <a:r>
              <a:t>Point 2 about topic 18 with some extra words to take space</a:t>
            </a:r>
          </a:p>
          <a:p>
            <a:r>
              <a:t>Point 3 about topic 18 with some extra words to take space</a:t>
            </a:r>
          </a:p>
          <a:p>
            <a:r>
              <a:t>Point 4 about topic 18 with some extra words to take space</a:t>
            </a:r>
          </a:p>
          <a:p>
            <a:r>
              <a:t>Point 5 about topic 18 with some extra words to take space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19</a:t>
            </a:r>
          </a:p>
          <a:p>
            <a:r>
              <a:t>Point 2 about topic 19 with some extra words to take space</a:t>
            </a:r>
          </a:p>
          <a:p>
            <a:r>
              <a:t>Point 3 about topic 19 with some extra words to take space</a:t>
            </a:r>
          </a:p>
          <a:p>
            <a:r>
              <a:t>Point 4 about topic 19 with some extra words to take space</a:t>
            </a:r>
          </a:p>
          <a:p>
            <a:r>
              <a:t>Point 5 about topic 19 with some extra words to take space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number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 about topic 20</a:t>
            </a:r>
          </a:p>
          <a:p>
            <a:r>
              <a:t>Point 2 about topic 20 with some extra words to take space</a:t>
            </a:r>
          </a:p>
          <a:p>
            <a:r>
              <a:t>Point 3 about topic 20 with some extra words to take space</a:t>
            </a:r>
          </a:p>
          <a:p>
            <a:r>
              <a:t>Point 4 about topic 20 with some extra words to take space</a:t>
            </a:r>
          </a:p>
          <a:p>
            <a:r>
              <a:t>Point 5 about topic 20 with some extra words to take 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