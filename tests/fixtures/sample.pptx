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14% quarter-over-quarter</a:t>
            </a:r>
          </a:p>
          <a:p>
            <a:r>
              <a:t>West region led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Retention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Churn held steady at 3.1%</a:t>
            </a:r>
          </a:p>
          <a:p>
            <a:r>
              <a:t>Enterprise deals closed 22% faster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is strong</a:t>
            </a:r>
          </a:p>
          <a:p>
            <a:r>
              <a:t>Hiring resumes next quarter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